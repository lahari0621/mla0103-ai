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271" r:id="rId4"/>
    <p:sldId id="270" r:id="rId5"/>
    <p:sldId id="272" r:id="rId6"/>
    <p:sldId id="273" r:id="rId7"/>
    <p:sldId id="274" r:id="rId8"/>
    <p:sldId id="277" r:id="rId9"/>
    <p:sldId id="285" r:id="rId10"/>
    <p:sldId id="286" r:id="rId11"/>
    <p:sldId id="287" r:id="rId12"/>
    <p:sldId id="288" r:id="rId13"/>
    <p:sldId id="289" r:id="rId14"/>
    <p:sldId id="290" r:id="rId15"/>
    <p:sldId id="283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1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FBF5A-C2AA-4834-9E40-B7CC7A562FDD}" v="56" dt="2025-11-18T10:06:09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hari Sai" userId="1942a5df8d8ec0b5" providerId="LiveId" clId="{CF0BE58A-D236-4AB8-A2A0-8A3B160667C2}"/>
    <pc:docChg chg="undo custSel addSld modSld">
      <pc:chgData name="Lahari Sai" userId="1942a5df8d8ec0b5" providerId="LiveId" clId="{CF0BE58A-D236-4AB8-A2A0-8A3B160667C2}" dt="2025-11-18T10:06:09.995" v="304" actId="1076"/>
      <pc:docMkLst>
        <pc:docMk/>
      </pc:docMkLst>
      <pc:sldChg chg="addSp modSp mod">
        <pc:chgData name="Lahari Sai" userId="1942a5df8d8ec0b5" providerId="LiveId" clId="{CF0BE58A-D236-4AB8-A2A0-8A3B160667C2}" dt="2025-11-18T10:06:09.995" v="304" actId="1076"/>
        <pc:sldMkLst>
          <pc:docMk/>
          <pc:sldMk cId="0" sldId="256"/>
        </pc:sldMkLst>
        <pc:spChg chg="mod">
          <ac:chgData name="Lahari Sai" userId="1942a5df8d8ec0b5" providerId="LiveId" clId="{CF0BE58A-D236-4AB8-A2A0-8A3B160667C2}" dt="2025-11-18T10:05:36.995" v="303" actId="14100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Lahari Sai" userId="1942a5df8d8ec0b5" providerId="LiveId" clId="{CF0BE58A-D236-4AB8-A2A0-8A3B160667C2}" dt="2025-11-07T07:29:16.873" v="82" actId="1076"/>
          <ac:spMkLst>
            <pc:docMk/>
            <pc:sldMk cId="0" sldId="256"/>
            <ac:spMk id="3" creationId="{E1E61966-33A9-9BA3-91F5-B48959033B74}"/>
          </ac:spMkLst>
        </pc:spChg>
        <pc:spChg chg="mod">
          <ac:chgData name="Lahari Sai" userId="1942a5df8d8ec0b5" providerId="LiveId" clId="{CF0BE58A-D236-4AB8-A2A0-8A3B160667C2}" dt="2025-11-07T07:27:44.874" v="0" actId="1076"/>
          <ac:spMkLst>
            <pc:docMk/>
            <pc:sldMk cId="0" sldId="256"/>
            <ac:spMk id="9" creationId="{00000000-0000-0000-0000-000000000000}"/>
          </ac:spMkLst>
        </pc:spChg>
        <pc:picChg chg="mod">
          <ac:chgData name="Lahari Sai" userId="1942a5df8d8ec0b5" providerId="LiveId" clId="{CF0BE58A-D236-4AB8-A2A0-8A3B160667C2}" dt="2025-11-18T10:06:09.995" v="304" actId="1076"/>
          <ac:picMkLst>
            <pc:docMk/>
            <pc:sldMk cId="0" sldId="256"/>
            <ac:picMk id="2049" creationId="{00000000-0000-0000-0000-000000000000}"/>
          </ac:picMkLst>
        </pc:picChg>
      </pc:sldChg>
      <pc:sldChg chg="addSp modSp mod">
        <pc:chgData name="Lahari Sai" userId="1942a5df8d8ec0b5" providerId="LiveId" clId="{CF0BE58A-D236-4AB8-A2A0-8A3B160667C2}" dt="2025-11-07T07:36:21.790" v="110" actId="207"/>
        <pc:sldMkLst>
          <pc:docMk/>
          <pc:sldMk cId="0" sldId="277"/>
        </pc:sldMkLst>
        <pc:spChg chg="mod">
          <ac:chgData name="Lahari Sai" userId="1942a5df8d8ec0b5" providerId="LiveId" clId="{CF0BE58A-D236-4AB8-A2A0-8A3B160667C2}" dt="2025-11-07T07:36:21.790" v="110" actId="207"/>
          <ac:spMkLst>
            <pc:docMk/>
            <pc:sldMk cId="0" sldId="277"/>
            <ac:spMk id="6" creationId="{00000000-0000-0000-0000-000000000000}"/>
          </ac:spMkLst>
        </pc:spChg>
      </pc:sldChg>
      <pc:sldChg chg="addSp delSp modSp new mod">
        <pc:chgData name="Lahari Sai" userId="1942a5df8d8ec0b5" providerId="LiveId" clId="{CF0BE58A-D236-4AB8-A2A0-8A3B160667C2}" dt="2025-11-07T09:28:11.892" v="301" actId="478"/>
        <pc:sldMkLst>
          <pc:docMk/>
          <pc:sldMk cId="667715229" sldId="285"/>
        </pc:sldMkLst>
        <pc:spChg chg="mod">
          <ac:chgData name="Lahari Sai" userId="1942a5df8d8ec0b5" providerId="LiveId" clId="{CF0BE58A-D236-4AB8-A2A0-8A3B160667C2}" dt="2025-11-07T07:44:27.640" v="242" actId="20577"/>
          <ac:spMkLst>
            <pc:docMk/>
            <pc:sldMk cId="667715229" sldId="285"/>
            <ac:spMk id="2" creationId="{50FE3C4A-ECBD-4A6A-C0BC-60919F2E1230}"/>
          </ac:spMkLst>
        </pc:spChg>
        <pc:spChg chg="add mod">
          <ac:chgData name="Lahari Sai" userId="1942a5df8d8ec0b5" providerId="LiveId" clId="{CF0BE58A-D236-4AB8-A2A0-8A3B160667C2}" dt="2025-11-07T08:05:49.418" v="264" actId="255"/>
          <ac:spMkLst>
            <pc:docMk/>
            <pc:sldMk cId="667715229" sldId="285"/>
            <ac:spMk id="4" creationId="{7252EA9D-1307-B0FB-78BC-B67903C53E61}"/>
          </ac:spMkLst>
        </pc:spChg>
        <pc:picChg chg="add mod">
          <ac:chgData name="Lahari Sai" userId="1942a5df8d8ec0b5" providerId="LiveId" clId="{CF0BE58A-D236-4AB8-A2A0-8A3B160667C2}" dt="2025-11-07T08:06:03.994" v="267" actId="14100"/>
          <ac:picMkLst>
            <pc:docMk/>
            <pc:sldMk cId="667715229" sldId="285"/>
            <ac:picMk id="6" creationId="{BE108494-A2E1-7856-F580-523F56C6F7DC}"/>
          </ac:picMkLst>
        </pc:picChg>
      </pc:sldChg>
      <pc:sldChg chg="addSp delSp modSp new mod">
        <pc:chgData name="Lahari Sai" userId="1942a5df8d8ec0b5" providerId="LiveId" clId="{CF0BE58A-D236-4AB8-A2A0-8A3B160667C2}" dt="2025-11-07T08:02:55.487" v="262" actId="1076"/>
        <pc:sldMkLst>
          <pc:docMk/>
          <pc:sldMk cId="4171034693" sldId="286"/>
        </pc:sldMkLst>
        <pc:spChg chg="mod">
          <ac:chgData name="Lahari Sai" userId="1942a5df8d8ec0b5" providerId="LiveId" clId="{CF0BE58A-D236-4AB8-A2A0-8A3B160667C2}" dt="2025-11-07T07:44:43.084" v="245" actId="20577"/>
          <ac:spMkLst>
            <pc:docMk/>
            <pc:sldMk cId="4171034693" sldId="286"/>
            <ac:spMk id="2" creationId="{C7763420-D431-95B8-2D8A-074F559C5A45}"/>
          </ac:spMkLst>
        </pc:spChg>
        <pc:spChg chg="add mod">
          <ac:chgData name="Lahari Sai" userId="1942a5df8d8ec0b5" providerId="LiveId" clId="{CF0BE58A-D236-4AB8-A2A0-8A3B160667C2}" dt="2025-11-07T08:02:55.487" v="262" actId="1076"/>
          <ac:spMkLst>
            <pc:docMk/>
            <pc:sldMk cId="4171034693" sldId="286"/>
            <ac:spMk id="4" creationId="{21C3033C-BE52-9A6B-66F7-65BE03B9A21E}"/>
          </ac:spMkLst>
        </pc:spChg>
        <pc:picChg chg="add mod">
          <ac:chgData name="Lahari Sai" userId="1942a5df8d8ec0b5" providerId="LiveId" clId="{CF0BE58A-D236-4AB8-A2A0-8A3B160667C2}" dt="2025-11-07T08:02:20.263" v="258" actId="14100"/>
          <ac:picMkLst>
            <pc:docMk/>
            <pc:sldMk cId="4171034693" sldId="286"/>
            <ac:picMk id="10" creationId="{C32771F0-37E0-3E7C-0D95-D1401E452B30}"/>
          </ac:picMkLst>
        </pc:picChg>
        <pc:picChg chg="add mod">
          <ac:chgData name="Lahari Sai" userId="1942a5df8d8ec0b5" providerId="LiveId" clId="{CF0BE58A-D236-4AB8-A2A0-8A3B160667C2}" dt="2025-11-07T08:02:46.133" v="261" actId="14100"/>
          <ac:picMkLst>
            <pc:docMk/>
            <pc:sldMk cId="4171034693" sldId="286"/>
            <ac:picMk id="12" creationId="{01B4ABD8-5C2F-BE39-131B-D3731246A835}"/>
          </ac:picMkLst>
        </pc:picChg>
      </pc:sldChg>
      <pc:sldChg chg="addSp delSp modSp new mod">
        <pc:chgData name="Lahari Sai" userId="1942a5df8d8ec0b5" providerId="LiveId" clId="{CF0BE58A-D236-4AB8-A2A0-8A3B160667C2}" dt="2025-11-07T08:16:45.089" v="300" actId="14100"/>
        <pc:sldMkLst>
          <pc:docMk/>
          <pc:sldMk cId="2638460499" sldId="287"/>
        </pc:sldMkLst>
        <pc:spChg chg="mod">
          <ac:chgData name="Lahari Sai" userId="1942a5df8d8ec0b5" providerId="LiveId" clId="{CF0BE58A-D236-4AB8-A2A0-8A3B160667C2}" dt="2025-11-07T07:44:51.018" v="248" actId="20577"/>
          <ac:spMkLst>
            <pc:docMk/>
            <pc:sldMk cId="2638460499" sldId="287"/>
            <ac:spMk id="2" creationId="{A44A9062-7CCB-AB10-454C-B5CF1C92717F}"/>
          </ac:spMkLst>
        </pc:spChg>
        <pc:spChg chg="add mod">
          <ac:chgData name="Lahari Sai" userId="1942a5df8d8ec0b5" providerId="LiveId" clId="{CF0BE58A-D236-4AB8-A2A0-8A3B160667C2}" dt="2025-11-07T08:13:55.862" v="278" actId="1076"/>
          <ac:spMkLst>
            <pc:docMk/>
            <pc:sldMk cId="2638460499" sldId="287"/>
            <ac:spMk id="3" creationId="{DA6CBE3D-715D-1D33-D1C3-C85DB8F69FC9}"/>
          </ac:spMkLst>
        </pc:spChg>
        <pc:picChg chg="add mod">
          <ac:chgData name="Lahari Sai" userId="1942a5df8d8ec0b5" providerId="LiveId" clId="{CF0BE58A-D236-4AB8-A2A0-8A3B160667C2}" dt="2025-11-07T08:14:17.546" v="283" actId="14100"/>
          <ac:picMkLst>
            <pc:docMk/>
            <pc:sldMk cId="2638460499" sldId="287"/>
            <ac:picMk id="5" creationId="{9CD4DE32-7006-5358-EE87-6A8FB37BB24D}"/>
          </ac:picMkLst>
        </pc:picChg>
        <pc:picChg chg="add mod">
          <ac:chgData name="Lahari Sai" userId="1942a5df8d8ec0b5" providerId="LiveId" clId="{CF0BE58A-D236-4AB8-A2A0-8A3B160667C2}" dt="2025-11-07T08:14:40.282" v="288" actId="14100"/>
          <ac:picMkLst>
            <pc:docMk/>
            <pc:sldMk cId="2638460499" sldId="287"/>
            <ac:picMk id="7" creationId="{D7E8C06D-CC1D-AAB3-EEA7-49A01F253279}"/>
          </ac:picMkLst>
        </pc:picChg>
        <pc:picChg chg="add mod">
          <ac:chgData name="Lahari Sai" userId="1942a5df8d8ec0b5" providerId="LiveId" clId="{CF0BE58A-D236-4AB8-A2A0-8A3B160667C2}" dt="2025-11-07T08:16:45.089" v="300" actId="14100"/>
          <ac:picMkLst>
            <pc:docMk/>
            <pc:sldMk cId="2638460499" sldId="287"/>
            <ac:picMk id="13" creationId="{A89DC5E8-0C41-B34C-7C30-AF3E11A63CBA}"/>
          </ac:picMkLst>
        </pc:picChg>
      </pc:sldChg>
      <pc:sldChg chg="addSp modSp new mod">
        <pc:chgData name="Lahari Sai" userId="1942a5df8d8ec0b5" providerId="LiveId" clId="{CF0BE58A-D236-4AB8-A2A0-8A3B160667C2}" dt="2025-11-07T07:41:58.394" v="170" actId="12"/>
        <pc:sldMkLst>
          <pc:docMk/>
          <pc:sldMk cId="347417190" sldId="288"/>
        </pc:sldMkLst>
        <pc:spChg chg="mod">
          <ac:chgData name="Lahari Sai" userId="1942a5df8d8ec0b5" providerId="LiveId" clId="{CF0BE58A-D236-4AB8-A2A0-8A3B160667C2}" dt="2025-11-07T07:41:30.456" v="164"/>
          <ac:spMkLst>
            <pc:docMk/>
            <pc:sldMk cId="347417190" sldId="288"/>
            <ac:spMk id="2" creationId="{DD33AF08-54B6-79F5-A746-74288D9E4D22}"/>
          </ac:spMkLst>
        </pc:spChg>
        <pc:spChg chg="add mod">
          <ac:chgData name="Lahari Sai" userId="1942a5df8d8ec0b5" providerId="LiveId" clId="{CF0BE58A-D236-4AB8-A2A0-8A3B160667C2}" dt="2025-11-07T07:41:58.394" v="170" actId="12"/>
          <ac:spMkLst>
            <pc:docMk/>
            <pc:sldMk cId="347417190" sldId="288"/>
            <ac:spMk id="3" creationId="{DF3F862F-2B36-A02D-4F5A-914293723D15}"/>
          </ac:spMkLst>
        </pc:spChg>
      </pc:sldChg>
      <pc:sldChg chg="addSp modSp new mod">
        <pc:chgData name="Lahari Sai" userId="1942a5df8d8ec0b5" providerId="LiveId" clId="{CF0BE58A-D236-4AB8-A2A0-8A3B160667C2}" dt="2025-11-07T07:43:55.153" v="191" actId="1076"/>
        <pc:sldMkLst>
          <pc:docMk/>
          <pc:sldMk cId="2369300164" sldId="289"/>
        </pc:sldMkLst>
        <pc:spChg chg="mod">
          <ac:chgData name="Lahari Sai" userId="1942a5df8d8ec0b5" providerId="LiveId" clId="{CF0BE58A-D236-4AB8-A2A0-8A3B160667C2}" dt="2025-11-07T07:42:11.425" v="172"/>
          <ac:spMkLst>
            <pc:docMk/>
            <pc:sldMk cId="2369300164" sldId="289"/>
            <ac:spMk id="2" creationId="{CCB88129-6B73-D3D1-21A2-A1F35DECF31D}"/>
          </ac:spMkLst>
        </pc:spChg>
        <pc:spChg chg="add mod">
          <ac:chgData name="Lahari Sai" userId="1942a5df8d8ec0b5" providerId="LiveId" clId="{CF0BE58A-D236-4AB8-A2A0-8A3B160667C2}" dt="2025-11-07T07:43:55.153" v="191" actId="1076"/>
          <ac:spMkLst>
            <pc:docMk/>
            <pc:sldMk cId="2369300164" sldId="289"/>
            <ac:spMk id="3" creationId="{5F33FF6A-BE77-0F8F-806C-F95D994BE4E7}"/>
          </ac:spMkLst>
        </pc:spChg>
      </pc:sldChg>
      <pc:sldChg chg="addSp modSp new mod">
        <pc:chgData name="Lahari Sai" userId="1942a5df8d8ec0b5" providerId="LiveId" clId="{CF0BE58A-D236-4AB8-A2A0-8A3B160667C2}" dt="2025-11-07T07:43:11.270" v="189" actId="1076"/>
        <pc:sldMkLst>
          <pc:docMk/>
          <pc:sldMk cId="1665020000" sldId="290"/>
        </pc:sldMkLst>
        <pc:spChg chg="mod">
          <ac:chgData name="Lahari Sai" userId="1942a5df8d8ec0b5" providerId="LiveId" clId="{CF0BE58A-D236-4AB8-A2A0-8A3B160667C2}" dt="2025-11-07T07:42:45.208" v="181"/>
          <ac:spMkLst>
            <pc:docMk/>
            <pc:sldMk cId="1665020000" sldId="290"/>
            <ac:spMk id="2" creationId="{880A3919-7A97-8B0C-57CC-0DFBE0CC519E}"/>
          </ac:spMkLst>
        </pc:spChg>
        <pc:spChg chg="add mod">
          <ac:chgData name="Lahari Sai" userId="1942a5df8d8ec0b5" providerId="LiveId" clId="{CF0BE58A-D236-4AB8-A2A0-8A3B160667C2}" dt="2025-11-07T07:43:11.270" v="189" actId="1076"/>
          <ac:spMkLst>
            <pc:docMk/>
            <pc:sldMk cId="1665020000" sldId="290"/>
            <ac:spMk id="3" creationId="{2FF32830-8D0F-C515-89A5-E5A720559E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332B4-AA17-49B5-A59B-9BB65181449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AE0FB-7AB6-40A4-90C9-5F94C275D91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E0FB-7AB6-40A4-90C9-5F94C275D910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595CB8-FFF1-470A-AA9C-EDE358CC0F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1596" y="633335"/>
            <a:ext cx="9144000" cy="109654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2690" y="65582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48" y="65582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6" name="Subtitle 2"/>
          <p:cNvSpPr txBox="1"/>
          <p:nvPr/>
        </p:nvSpPr>
        <p:spPr>
          <a:xfrm>
            <a:off x="6033596" y="4384158"/>
            <a:ext cx="5428992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2060"/>
                </a:solidFill>
              </a:rPr>
              <a:t>Presentation By:</a:t>
            </a:r>
          </a:p>
          <a:p>
            <a:pPr algn="r"/>
            <a:r>
              <a:rPr lang="en-IN" dirty="0"/>
              <a:t>M Jayasree (192325140)</a:t>
            </a:r>
          </a:p>
          <a:p>
            <a:pPr algn="r"/>
            <a:r>
              <a:rPr lang="en-US" dirty="0"/>
              <a:t>T S Sai Lahari (192325137)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145" y="4384040"/>
            <a:ext cx="3729990" cy="1656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Guided By:</a:t>
            </a:r>
          </a:p>
          <a:p>
            <a:r>
              <a:rPr lang="en-IN" sz="2400" dirty="0"/>
              <a:t>         </a:t>
            </a:r>
          </a:p>
          <a:p>
            <a:r>
              <a:rPr lang="en-IN" sz="2400" dirty="0"/>
              <a:t>             Dr  </a:t>
            </a:r>
            <a:r>
              <a:rPr lang="en-IN" sz="2400" dirty="0" err="1"/>
              <a:t>Jaithunbi</a:t>
            </a:r>
            <a:r>
              <a:rPr lang="en-IN" sz="2400" dirty="0"/>
              <a:t> </a:t>
            </a:r>
          </a:p>
          <a:p>
            <a:r>
              <a:rPr lang="en-IN" sz="2400" dirty="0"/>
              <a:t>             Dr Kalaivani </a:t>
            </a:r>
          </a:p>
          <a:p>
            <a:pPr algn="ctr"/>
            <a:r>
              <a:rPr lang="en-IN" sz="2400" dirty="0"/>
              <a:t>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4177" y="1937009"/>
            <a:ext cx="8843645" cy="967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“AI-Powered Smart Stick for Enhanced Mobility of the Visually Impaired”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61966-33A9-9BA3-91F5-B48959033B74}"/>
              </a:ext>
            </a:extLst>
          </p:cNvPr>
          <p:cNvSpPr txBox="1"/>
          <p:nvPr/>
        </p:nvSpPr>
        <p:spPr>
          <a:xfrm>
            <a:off x="1611773" y="3470334"/>
            <a:ext cx="8843645" cy="967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MLA0103-Aritifical Intelligence and Expert Systems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710" y="191248"/>
            <a:ext cx="9799601" cy="1549062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278" y="2015633"/>
            <a:ext cx="10593070" cy="2297430"/>
          </a:xfrm>
        </p:spPr>
        <p:txBody>
          <a:bodyPr>
            <a:noAutofit/>
          </a:bodyPr>
          <a:lstStyle/>
          <a:p>
            <a:pPr marL="201295" lvl="1" indent="0" algn="just">
              <a:lnSpc>
                <a:spcPct val="150000"/>
              </a:lnSpc>
              <a:buSzPct val="9900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software-based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Smart Assistant for Visually Impaired individuals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designed to enhance navigation, awareness, and accessibility in daily life. The system integrates advanced Artificial Intelligence capabilities including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detection, text-to-speech (TTS), speech recognition, and optical character recognition (OCR)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assist users in understanding their surroundings. It provides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audio feedback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users to detect objects, read printed text, and interact through voice commands. Unlike expensive hardware-based smart stick solutions, this assistant offers a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cost-effective, portable, and highly accessible digital aid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solution enhances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independence, safety, and confidence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by delivering continuous environmental awareness and reliable voice-based assistance.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33" y="466571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3954" y="459427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666" y="301668"/>
            <a:ext cx="8596668" cy="132080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" y="28660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1570" y="272316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4"/>
          <p:cNvSpPr txBox="1"/>
          <p:nvPr/>
        </p:nvSpPr>
        <p:spPr>
          <a:xfrm>
            <a:off x="1703398" y="2064037"/>
            <a:ext cx="9317990" cy="1957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assistant that helps visually impaired users navigate and interact with their surroundings.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real-time object detection and text-to-speech to identify obstacles, objects, and text in the environment.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voice-based interaction and emergency assistance features to enhance user safety and independence.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build a 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free, user-friendly, and accessible AI system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that promotes digital inclusivity for visually impaired individuals.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8976" y="452284"/>
            <a:ext cx="8596668" cy="132080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" y="28660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3422" y="35560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642620" y="2320925"/>
            <a:ext cx="10429875" cy="181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07415" y="2103755"/>
            <a:ext cx="9991725" cy="281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Smart Assistant for Visually Impaired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an AI-driven assistive system designed to support visually challenged individuals.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uses 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AI capabilities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such as object detection, text recognition, and voice interaction to assist with daily navigation and awareness.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Acts as a 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free, software-based alternative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 costly electronic smart sticks and wearable assistive devices.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user independence and safety by providing 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voice feedback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for object alerts, text reading, and environmental understanding.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" y="28660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3422" y="35560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097136" y="1834515"/>
            <a:ext cx="10058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Visually impaired individuals face difficulty navigating independently and safely in unfamiliar environments.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white canes cannot detect upper-body-level obstacles (e.g., branches, signboards) or fast-moving objects.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voice guidance limits spatial awareness and decision-making for visually impaired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a low-cost, AI-based solution that provides obstacle detection, voice feedback, and safe mobility and independence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551" y="150018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" y="28660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3422" y="35560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2861187" y="1186716"/>
            <a:ext cx="61648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1037498" y="1612166"/>
            <a:ext cx="9812204" cy="3710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white cane aids mobility but cannot detect distant or elevated obstacles.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smart sticks used ultrasonic sensors for obstacle detection but lacked AI-based object recognition and voice guidance.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Smartphone-based vision apps (e.g., Seeing AI) demonstrated the potential of camera-based assistance but require constant connectivity and high device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 studies highlight the need for low-cost, portable AI assistance systems for visually impaired users with real-time voice alerts and user-friendly interfaces.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TO BE USED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" y="28660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3422" y="35560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4"/>
          <p:cNvSpPr txBox="1"/>
          <p:nvPr/>
        </p:nvSpPr>
        <p:spPr>
          <a:xfrm>
            <a:off x="1169670" y="2427605"/>
            <a:ext cx="9399905" cy="3177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6" name="TextBox 9"/>
          <p:cNvSpPr txBox="1"/>
          <p:nvPr/>
        </p:nvSpPr>
        <p:spPr>
          <a:xfrm>
            <a:off x="842146" y="2179983"/>
            <a:ext cx="10567670" cy="39966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Vision: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 + YOLO for object detection.</a:t>
            </a:r>
          </a:p>
          <a:p>
            <a:pPr marL="285750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Pre-trained COCO dataset for accurate classification.</a:t>
            </a:r>
          </a:p>
          <a:p>
            <a:pPr marL="285750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 Synthesis: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pyttsx3 for voice feedback.</a:t>
            </a:r>
          </a:p>
          <a:p>
            <a:pPr marL="285750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(CNN):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 feature extraction from camera input.</a:t>
            </a:r>
          </a:p>
          <a:p>
            <a:pPr marL="285750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Multi-threading: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Enables simultaneous vision processing and voice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E3C4A-ECBD-4A6A-C0BC-60919F2E1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Module-1:Obstacle Detection &amp;       Navigation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52EA9D-1307-B0FB-78BC-B67903C53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066" y="2047257"/>
            <a:ext cx="526025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 object detection (camera-based)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obstacles.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stick and the obstacle.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vibration or voice alerts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guide the user safely.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 navigation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detecting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 breakers,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veicles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walls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108494-A2E1-7856-F580-523F56C6F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157" y="2387745"/>
            <a:ext cx="5392391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15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63420-D431-95B8-2D8A-074F559C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Module-2: Voice Interaction &amp; Assistance Module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C3033C-BE52-9A6B-66F7-65BE03B9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555" y="1971137"/>
            <a:ext cx="540774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engine (e.g., pyttsx3)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audio guidance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voice feedback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“Person ahead”, “Turn right”, “Traffic signal red”.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voice-based commands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mode switching or stopping.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the visually impaired with hands-free communication.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2771F0-37E0-3E7C-0D95-D1401E452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154" y="1949130"/>
            <a:ext cx="5663381" cy="3400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B4ABD8-5C2F-BE39-131B-D3731246A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154" y="5350030"/>
            <a:ext cx="5663381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34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A9062-7CCB-AB10-454C-B5CF1C92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Module-3: Visual Recognition &amp; Object Identification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A6CBE3D-715D-1D33-D1C3-C85DB8F69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524" y="1981085"/>
            <a:ext cx="530941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YOLOv5 / YOLOv8 deep learning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detecting objects.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Recognizes people, vehicles, signals, poles, etc.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with live camera feed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processed through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ONNX or OpenCV DNN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performance optimization.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4DE32-7006-5358-EE87-6A8FB37BB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942" y="2057600"/>
            <a:ext cx="5309418" cy="1543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E8C06D-CC1D-AAB3-EEA7-49A01F253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941" y="3600865"/>
            <a:ext cx="5309417" cy="19052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9DC5E8-0C41-B34C-7C30-AF3E11A63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941" y="5500766"/>
            <a:ext cx="5309417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460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AF08-54B6-79F5-A746-74288D9E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F3F862F-2B36-A02D-4F5A-914293723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0310" y="2305616"/>
            <a:ext cx="874617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detection 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light or foggy environments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 on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low-power hardware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Background noise affecting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clarity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size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limitations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 vs accuracy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mobile use.</a:t>
            </a:r>
          </a:p>
        </p:txBody>
      </p:sp>
    </p:spTree>
    <p:extLst>
      <p:ext uri="{BB962C8B-B14F-4D97-AF65-F5344CB8AC3E}">
        <p14:creationId xmlns:p14="http://schemas.microsoft.com/office/powerpoint/2010/main" val="347417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8129-6B73-D3D1-21A2-A1F35DEC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F33FF6A-BE77-0F8F-806C-F95D994BE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5435" y="2552289"/>
            <a:ext cx="1019998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GPS and Google Maps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route guidance.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AI chips (like Jetson Nano)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faster detection.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 of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recognition commands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“Where am I?”).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data updates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smarter learning and personalization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(like smart glasses).</a:t>
            </a:r>
          </a:p>
        </p:txBody>
      </p:sp>
    </p:spTree>
    <p:extLst>
      <p:ext uri="{BB962C8B-B14F-4D97-AF65-F5344CB8AC3E}">
        <p14:creationId xmlns:p14="http://schemas.microsoft.com/office/powerpoint/2010/main" val="2369300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A3919-7A97-8B0C-57CC-0DFBE0CC5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FF32830-8D0F-C515-89A5-E5A720559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393" y="2133693"/>
            <a:ext cx="989125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Blind Smart Stick successfully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obstacles and assists visually impaired users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AI, Computer Vision, and Voice Assistance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safety.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users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navigate roads confidently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minimal dependency.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how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devices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improve accessibility and inclusiveness.</a:t>
            </a:r>
          </a:p>
        </p:txBody>
      </p:sp>
    </p:spTree>
    <p:extLst>
      <p:ext uri="{BB962C8B-B14F-4D97-AF65-F5344CB8AC3E}">
        <p14:creationId xmlns:p14="http://schemas.microsoft.com/office/powerpoint/2010/main" val="1665020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" y="28660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3422" y="35560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3"/>
          <p:cNvSpPr txBox="1"/>
          <p:nvPr/>
        </p:nvSpPr>
        <p:spPr>
          <a:xfrm>
            <a:off x="1239520" y="2136339"/>
            <a:ext cx="10668000" cy="392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Bousbia-Salah, M., Ahmed-Nacer, M., Bouktir, T., &amp; Achour, C. (2009). Smart cane for the blind: Obstacle detection and mobility assistance.</a:t>
            </a: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Dakwale, S., Patil, S., &amp; Bhongade, S. (2016). Smart walking stick using sensors for visually impaired people.</a:t>
            </a: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Kumar, A., Sharma, P., &amp; Singh, R. (2018). AI-based navigation aid for visually impaired individuals.</a:t>
            </a: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Raj, K., &amp; Reddy, P. (2020). GPS-enabled smart cane for outdoor navigation.</a:t>
            </a: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Saini, S., Gupta, R., &amp; Kaur, H. (2021). Vision-assisted smart stick using computer vision for obstacle detection.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3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7185" y="573597"/>
            <a:ext cx="5054156" cy="37743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6" name="Graphic 5" descr="Smiling Face with No Fill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3029" y="640081"/>
            <a:ext cx="5054156" cy="5054156"/>
          </a:xfrm>
          <a:prstGeom prst="rect">
            <a:avLst/>
          </a:prstGeom>
        </p:spPr>
      </p:pic>
      <p:cxnSp>
        <p:nvCxnSpPr>
          <p:cNvPr id="17" name="Straight Connector 1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978</Words>
  <Application>Microsoft Office PowerPoint</Application>
  <PresentationFormat>Widescreen</PresentationFormat>
  <Paragraphs>99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Times New Roman</vt:lpstr>
      <vt:lpstr>Trebuchet MS</vt:lpstr>
      <vt:lpstr>1_Office Theme</vt:lpstr>
      <vt:lpstr>Retrospect</vt:lpstr>
      <vt:lpstr>SIMATS ENGINEERING Saveetha Institute of Medical and Technical Sciences Chennai-602105.</vt:lpstr>
      <vt:lpstr>ABSTRACT</vt:lpstr>
      <vt:lpstr>OBJECTIVES</vt:lpstr>
      <vt:lpstr>INTRODUCTION</vt:lpstr>
      <vt:lpstr>PROBLEM STATEMENT</vt:lpstr>
      <vt:lpstr>LITERATURE REVIEW</vt:lpstr>
      <vt:lpstr>TECHNIQUES TO BE USED</vt:lpstr>
      <vt:lpstr>Module-1:Obstacle Detection &amp;       Navigation</vt:lpstr>
      <vt:lpstr>Module-2: Voice Interaction &amp; Assistance Module</vt:lpstr>
      <vt:lpstr>Module-3: Visual Recognition &amp; Object Identification</vt:lpstr>
      <vt:lpstr>Challenges</vt:lpstr>
      <vt:lpstr>Future Scope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 Saveetha Institute of Medical and Technical Sciences Chennai-602105.</dc:title>
  <dc:creator>Rajesh kumar Thevasigamani</dc:creator>
  <cp:lastModifiedBy>Lahari Sai</cp:lastModifiedBy>
  <cp:revision>9</cp:revision>
  <dcterms:created xsi:type="dcterms:W3CDTF">2025-03-19T06:12:00Z</dcterms:created>
  <dcterms:modified xsi:type="dcterms:W3CDTF">2025-11-18T10:06:20Z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3EC2731B17D74312AE25DD57AE6D7807_13</vt:lpwstr>
  </property>
  <property fmtid="{D5CDD505-2E9C-101B-9397-08002B2CF9AE}" pid="3" name="KSOProductBuildVer">
    <vt:lpwstr>1033-12.2.0.21931</vt:lpwstr>
  </property>
</Properties>
</file>